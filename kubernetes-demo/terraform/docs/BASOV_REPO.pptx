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7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BASOV_REPO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>
                <a:solidFill>
                  <a:srgbClr val="DCE6F0"/>
                </a:solidFill>
              </a:defRPr>
            </a:pPr>
            <a:r>
              <a:t>kubernetes-demo: Terraform → Yandex Cloud Managed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0352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C3D2"/>
                </a:solidFill>
              </a:defRPr>
            </a:pPr>
            <a:r>
              <a:t>Администратор: Ubuntu Server 22.04 на VPS Beget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Что разворачивается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Yandex Cloud Managed Kubernetes: кластер + 3 worker-ноды 4 vCPU / 8 ГБ (по умолчанию, preemptible).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VPC: сеть, подсеть, Security Group, публичный Kubernetes API.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Yandex Container Registry: два репозитория — streamlit и spark-job.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Kubernetes software: MongoDB, Apache Airflow, DAG CBR → PySpark → MongoDB, Streamlit.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Опционально: kube-prometheus-stack (Prometheus, Grafana, Alertmanager, kube-state-metrics).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Логическая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Внешний источник: cbr.ru → Airflow DAG.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Airflow KubernetesExecutor запускает Spark task в namespace data-platform.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Spark job валидирует USD/EUR/CNY и пишет данные в MongoDB.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Streamlit читает MongoDB и показывает курсы/прогноз.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Airflow metrics → statsd-exporter → Prometheus → Grafana.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Terraform управляет облачной инфраструктурой; deploy.sh управляет прикладным слоем Kubernetes.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Каталог terraform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versions.tf / provider.tf — Terraform и Yandex provider.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network.tf — VPC, subnet, security group.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iam.tf — service accounts и роли k8s.clusters.agent / vpc.publicAdmin / container-registry.images.puller.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cluster.tf — Managed Kubernetes и worker node group.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registry.tf — Container Registry и image repositories.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scripts/deploy.sh — сборка образов, kubeconfig, secrets, Helm и kubectl deployment.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scripts/destroy.sh — очистка Kubernetes и terraform destroy.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docs/README.md — полный runbook.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Подготовка чистого Ubuntu Server 22.04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Подключиться по SSH и обновить систему: sudo apt update &amp;&amp; sudo apt upgrade -y.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Установить git, curl, jq, unzip, openssl, python3, python3-pip, python3-venv, Docker.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Установить Terraform &gt;= 1.6.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Установить Yandex Cloud CLI (yc), kubectl и Helm 3.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Проверить версии: terraform version; yc version; kubectl version --client; helm version; docker --version.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Клонировать репозиторий и перейти в kubernetes-demo/terraform.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Аутентификация Yandex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Выполнить yc init и выбрать cloud/folder по умолчанию.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Для Terraform на VPS задать короткоживущий IAM token: export TF_VAR_yc_token="$(yc iam create-token)".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В terraform.tfvars указать только cloud_id и folder_id; секреты в Git не коммитить.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Учетная запись должна иметь права на создание VPC, Managed Kubernetes, service accounts, IAM bindings и Container Registry.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После истечения IAM token получить новый и повторить export.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terraform init / validate /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cd kubernetes-demo/terraform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cp terraform.tfvars.example terraform.tfvars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Отредактировать cloud_id, folder_id и параметры ресурсов.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terraform fmt -recursive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terraform init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terraform validate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terraform plan -out=tfplan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terraform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terraform apply tfplan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Проверить создание: VPC → service accounts/IAM → cluster → node group → registry.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Получить outputs: terraform output.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После готовности worker-нód deploy.sh продолжает прикладное развертывание.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Не запускать apply повторно с изменённым tfvars без понимания diff: Terraform будет приводить инфраструктуру к описанному состоянию.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Запуск прикладного слоя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Задать пароль Grafana: export GRAFANA_ADMIN_PASSWORD="...".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Запустить: ./scripts/deploy.sh.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Скрипт настраивает Docker credential helper для Container Registry.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Собирает и push-ит streamlit и spark-job.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Создаёт Kubernetes secrets для MongoDB и Airflow.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Устанавливает MongoDB, Airflow 1.15.0 и kube-prometheus-stack.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Применяет RBAC, NetworkPolicy и ServiceMonitor; патчит Streamlit image на созданный registry image.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Проверка после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kubectl get nodes — все worker-ноды должны быть Ready.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kubectl get pods -A — дождаться Running/Ready для основных компонентов.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Airflow UI: kubectl port-forward -n airflow svc/airflow-webserver 8080:8080.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Streamlit: kubectl port-forward -n data-platform svc/streamlit 8501:8501.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Grafana: kubectl port-forward -n monitoring svc/kube-prometheus-stack-grafana 3000:80.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В Airflow найти cbr_rates_pipeline и выполнить ручной запуск.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Безопасность и стоимость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Реальные секреты не хранятся в Git; terraform.tfvars и generated temp values исключены из .gitignore.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Worker nodes используют service account с container-registry.images.puller — без imagePullSecret.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NetworkPolicy: default-deny + точечные разрешения.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Для учебного стенда включены preemptible-ноды; после проверки обязательно удалить ресурсы.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Мониторинг можно отключить enable_monitoring=false, если не хватает ресурсов.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Удаление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Перед удалением убедиться, что данные/результаты больше не нужны.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./scripts/destroy.sh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Проверить в Yandex Cloud отсутствие оставшихся дисков, IP, балансировщиков и registry images.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terraform state должен находиться на VPS и регулярно сохраняться/бэкапиться.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Для production следует вынести state в удалённый backend и использовать Lockbox/External Secrets для секретов.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Важное примечание по текущему исходному проекту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Terraform не изменяет существующие каталоги проекта: вся новая автоматизация находится в kubernetes-demo/terraform.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В исходном DAG уже зафиксированы пути/параметры, которые предполагают совместно используемое хранилище между Airflow task pod и Spark pod.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В deploy.sh предусмотрен совместимый Spark image: если переданный DAG путь отсутствует в Spark pod, image повторно получает пакет курсов ЦБ и создаёт входной JSON.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Это обходной механизм для демонстрационной среды; для production правильнее изменить DAG на явное shared volume/object storage и типизированный Kubernetes Secret 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</a:defRPr>
            </a:pPr>
            <a:r>
              <a:t>Команды администратора — краткая шпаргалка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export TF_VAR_yc_token="$(yc iam create-token)"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cd kubernetes-demo/terraform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cp terraform.tfvars.example terraform.tfvars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terraform init &amp;&amp; terraform validate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terraform plan -out=tfplan &amp;&amp; terraform apply tfplan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export GRAFANA_ADMIN_PASSWORD="..."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./scripts/deploy.sh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kubectl get pods -A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./scripts/destroy.sh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